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sldIdLst>
    <p:sldId id="256" r:id="rId2"/>
    <p:sldId id="257" r:id="rId3"/>
    <p:sldId id="258" r:id="rId4"/>
    <p:sldId id="259" r:id="rId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7" d="100"/>
          <a:sy n="107" d="100"/>
        </p:scale>
        <p:origin x="714" y="1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it-IT"/>
              <a:t>Fare clic per modificare lo stile del titolo dello schema</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it-IT"/>
              <a:t>Fare clic per modificare lo stile del sottotitolo dello schema</a:t>
            </a:r>
            <a:endParaRPr lang="en-US" dirty="0"/>
          </a:p>
        </p:txBody>
      </p:sp>
      <p:sp>
        <p:nvSpPr>
          <p:cNvPr id="4" name="Date Placeholder 3"/>
          <p:cNvSpPr>
            <a:spLocks noGrp="1"/>
          </p:cNvSpPr>
          <p:nvPr>
            <p:ph type="dt" sz="half" idx="10"/>
          </p:nvPr>
        </p:nvSpPr>
        <p:spPr/>
        <p:txBody>
          <a:bodyPr/>
          <a:lstStyle/>
          <a:p>
            <a:fld id="{8733D1AA-C967-485F-9C0F-3A10FB3D7970}" type="datetimeFigureOut">
              <a:rPr lang="it-IT" smtClean="0"/>
              <a:t>02/03/2026</a:t>
            </a:fld>
            <a:endParaRPr lang="it-IT"/>
          </a:p>
        </p:txBody>
      </p:sp>
      <p:sp>
        <p:nvSpPr>
          <p:cNvPr id="5" name="Footer Placeholder 4"/>
          <p:cNvSpPr>
            <a:spLocks noGrp="1"/>
          </p:cNvSpPr>
          <p:nvPr>
            <p:ph type="ftr" sz="quarter" idx="11"/>
          </p:nvPr>
        </p:nvSpPr>
        <p:spPr/>
        <p:txBody>
          <a:bodyPr/>
          <a:lstStyle/>
          <a:p>
            <a:endParaRPr lang="it-IT"/>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sp>
      <p:sp>
        <p:nvSpPr>
          <p:cNvPr id="6" name="Slide Number Placeholder 5"/>
          <p:cNvSpPr>
            <a:spLocks noGrp="1"/>
          </p:cNvSpPr>
          <p:nvPr>
            <p:ph type="sldNum" sz="quarter" idx="12"/>
          </p:nvPr>
        </p:nvSpPr>
        <p:spPr>
          <a:xfrm>
            <a:off x="531812" y="4529540"/>
            <a:ext cx="779767" cy="365125"/>
          </a:xfrm>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94329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it-IT"/>
              <a:t>Fare clic per modificare lo stile del titolo dello schema</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8733D1AA-C967-485F-9C0F-3A10FB3D7970}" type="datetimeFigureOut">
              <a:rPr lang="it-IT" smtClean="0"/>
              <a:t>02/03/2026</a:t>
            </a:fld>
            <a:endParaRPr lang="it-IT"/>
          </a:p>
        </p:txBody>
      </p:sp>
      <p:sp>
        <p:nvSpPr>
          <p:cNvPr id="5" name="Footer Placeholder 4"/>
          <p:cNvSpPr>
            <a:spLocks noGrp="1"/>
          </p:cNvSpPr>
          <p:nvPr>
            <p:ph type="ftr" sz="quarter" idx="11"/>
          </p:nvPr>
        </p:nvSpPr>
        <p:spPr/>
        <p:txBody>
          <a:bodyPr/>
          <a:lstStyle/>
          <a:p>
            <a:endParaRPr lang="it-IT"/>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83585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Modifica gli stili del testo dello schema</a:t>
            </a:r>
          </a:p>
        </p:txBody>
      </p:sp>
      <p:sp>
        <p:nvSpPr>
          <p:cNvPr id="4" name="Date Placeholder 3"/>
          <p:cNvSpPr>
            <a:spLocks noGrp="1"/>
          </p:cNvSpPr>
          <p:nvPr>
            <p:ph type="dt" sz="half" idx="10"/>
          </p:nvPr>
        </p:nvSpPr>
        <p:spPr/>
        <p:txBody>
          <a:bodyPr/>
          <a:lstStyle/>
          <a:p>
            <a:fld id="{8733D1AA-C967-485F-9C0F-3A10FB3D7970}" type="datetimeFigureOut">
              <a:rPr lang="it-IT" smtClean="0"/>
              <a:t>02/03/2026</a:t>
            </a:fld>
            <a:endParaRPr lang="it-IT"/>
          </a:p>
        </p:txBody>
      </p:sp>
      <p:sp>
        <p:nvSpPr>
          <p:cNvPr id="5" name="Footer Placeholder 4"/>
          <p:cNvSpPr>
            <a:spLocks noGrp="1"/>
          </p:cNvSpPr>
          <p:nvPr>
            <p:ph type="ftr" sz="quarter" idx="11"/>
          </p:nvPr>
        </p:nvSpPr>
        <p:spPr/>
        <p:txBody>
          <a:bodyPr/>
          <a:lstStyle/>
          <a:p>
            <a:endParaRPr lang="it-IT"/>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34648098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it-IT"/>
              <a:t>Fare clic per modificare lo stile del titolo dello schema</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Date Placeholder 4"/>
          <p:cNvSpPr>
            <a:spLocks noGrp="1"/>
          </p:cNvSpPr>
          <p:nvPr>
            <p:ph type="dt" sz="half" idx="10"/>
          </p:nvPr>
        </p:nvSpPr>
        <p:spPr/>
        <p:txBody>
          <a:bodyPr/>
          <a:lstStyle/>
          <a:p>
            <a:fld id="{8733D1AA-C967-485F-9C0F-3A10FB3D7970}" type="datetimeFigureOut">
              <a:rPr lang="it-IT" smtClean="0"/>
              <a:t>02/03/2026</a:t>
            </a:fld>
            <a:endParaRPr lang="it-IT"/>
          </a:p>
        </p:txBody>
      </p:sp>
      <p:sp>
        <p:nvSpPr>
          <p:cNvPr id="6" name="Footer Placeholder 5"/>
          <p:cNvSpPr>
            <a:spLocks noGrp="1"/>
          </p:cNvSpPr>
          <p:nvPr>
            <p:ph type="ftr" sz="quarter" idx="11"/>
          </p:nvPr>
        </p:nvSpPr>
        <p:spPr/>
        <p:txBody>
          <a:bodyPr/>
          <a:lstStyle/>
          <a:p>
            <a:endParaRPr lang="it-IT"/>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1" name="Slide Number Placeholder 5"/>
          <p:cNvSpPr>
            <a:spLocks noGrp="1"/>
          </p:cNvSpPr>
          <p:nvPr>
            <p:ph type="sldNum" sz="quarter" idx="12"/>
          </p:nvPr>
        </p:nvSpPr>
        <p:spPr>
          <a:xfrm>
            <a:off x="531812" y="787782"/>
            <a:ext cx="779767" cy="365125"/>
          </a:xfrm>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26715736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Modifica gli stili del testo dello schema</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Modifica gli stili del testo dello schema</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7" name="Date Placeholder 6"/>
          <p:cNvSpPr>
            <a:spLocks noGrp="1"/>
          </p:cNvSpPr>
          <p:nvPr>
            <p:ph type="dt" sz="half" idx="10"/>
          </p:nvPr>
        </p:nvSpPr>
        <p:spPr/>
        <p:txBody>
          <a:bodyPr/>
          <a:lstStyle/>
          <a:p>
            <a:fld id="{8733D1AA-C967-485F-9C0F-3A10FB3D7970}" type="datetimeFigureOut">
              <a:rPr lang="it-IT" smtClean="0"/>
              <a:t>02/03/2026</a:t>
            </a:fld>
            <a:endParaRPr lang="it-IT"/>
          </a:p>
        </p:txBody>
      </p:sp>
      <p:sp>
        <p:nvSpPr>
          <p:cNvPr id="8" name="Footer Placeholder 7"/>
          <p:cNvSpPr>
            <a:spLocks noGrp="1"/>
          </p:cNvSpPr>
          <p:nvPr>
            <p:ph type="ftr" sz="quarter" idx="11"/>
          </p:nvPr>
        </p:nvSpPr>
        <p:spPr/>
        <p:txBody>
          <a:bodyPr/>
          <a:lstStyle/>
          <a:p>
            <a:endParaRPr lang="it-IT"/>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1395585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Date Placeholder 2"/>
          <p:cNvSpPr>
            <a:spLocks noGrp="1"/>
          </p:cNvSpPr>
          <p:nvPr>
            <p:ph type="dt" sz="half" idx="10"/>
          </p:nvPr>
        </p:nvSpPr>
        <p:spPr/>
        <p:txBody>
          <a:bodyPr/>
          <a:lstStyle/>
          <a:p>
            <a:fld id="{8733D1AA-C967-485F-9C0F-3A10FB3D7970}" type="datetimeFigureOut">
              <a:rPr lang="it-IT" smtClean="0"/>
              <a:t>02/03/2026</a:t>
            </a:fld>
            <a:endParaRPr lang="it-IT"/>
          </a:p>
        </p:txBody>
      </p:sp>
      <p:sp>
        <p:nvSpPr>
          <p:cNvPr id="4" name="Footer Placeholder 3"/>
          <p:cNvSpPr>
            <a:spLocks noGrp="1"/>
          </p:cNvSpPr>
          <p:nvPr>
            <p:ph type="ftr" sz="quarter" idx="11"/>
          </p:nvPr>
        </p:nvSpPr>
        <p:spPr/>
        <p:txBody>
          <a:bodyPr/>
          <a:lstStyle/>
          <a:p>
            <a:endParaRPr lang="it-IT"/>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38079693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733D1AA-C967-485F-9C0F-3A10FB3D7970}" type="datetimeFigureOut">
              <a:rPr lang="it-IT" smtClean="0"/>
              <a:t>02/03/2026</a:t>
            </a:fld>
            <a:endParaRPr lang="it-IT"/>
          </a:p>
        </p:txBody>
      </p:sp>
      <p:sp>
        <p:nvSpPr>
          <p:cNvPr id="3" name="Footer Placeholder 2"/>
          <p:cNvSpPr>
            <a:spLocks noGrp="1"/>
          </p:cNvSpPr>
          <p:nvPr>
            <p:ph type="ftr" sz="quarter" idx="11"/>
          </p:nvPr>
        </p:nvSpPr>
        <p:spPr/>
        <p:txBody>
          <a:bodyPr/>
          <a:lstStyle/>
          <a:p>
            <a:endParaRPr lang="it-IT"/>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4" name="Slide Number Placeholder 3"/>
          <p:cNvSpPr>
            <a:spLocks noGrp="1"/>
          </p:cNvSpPr>
          <p:nvPr>
            <p:ph type="sldNum" sz="quarter" idx="12"/>
          </p:nvPr>
        </p:nvSpPr>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31483954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it-IT"/>
              <a:t>Fare clic per modificare lo stile del titolo dello schema</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Modifica gli stili del testo dello schema</a:t>
            </a:r>
          </a:p>
        </p:txBody>
      </p:sp>
      <p:sp>
        <p:nvSpPr>
          <p:cNvPr id="5" name="Date Placeholder 4"/>
          <p:cNvSpPr>
            <a:spLocks noGrp="1"/>
          </p:cNvSpPr>
          <p:nvPr>
            <p:ph type="dt" sz="half" idx="10"/>
          </p:nvPr>
        </p:nvSpPr>
        <p:spPr/>
        <p:txBody>
          <a:bodyPr/>
          <a:lstStyle/>
          <a:p>
            <a:fld id="{8733D1AA-C967-485F-9C0F-3A10FB3D7970}" type="datetimeFigureOut">
              <a:rPr lang="it-IT" smtClean="0"/>
              <a:t>02/03/2026</a:t>
            </a:fld>
            <a:endParaRPr lang="it-IT"/>
          </a:p>
        </p:txBody>
      </p:sp>
      <p:sp>
        <p:nvSpPr>
          <p:cNvPr id="6" name="Footer Placeholder 5"/>
          <p:cNvSpPr>
            <a:spLocks noGrp="1"/>
          </p:cNvSpPr>
          <p:nvPr>
            <p:ph type="ftr" sz="quarter" idx="11"/>
          </p:nvPr>
        </p:nvSpPr>
        <p:spPr/>
        <p:txBody>
          <a:bodyPr/>
          <a:lstStyle/>
          <a:p>
            <a:endParaRPr lang="it-IT"/>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39262113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it-IT"/>
              <a:t>Fare clic per modificare lo stile del titolo dello schema</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it-IT"/>
              <a:t>Fare clic sull'icona per inserire un'immagine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it-IT"/>
              <a:t>Modifica gli stili del testo dello schema</a:t>
            </a:r>
          </a:p>
        </p:txBody>
      </p:sp>
      <p:sp>
        <p:nvSpPr>
          <p:cNvPr id="5" name="Date Placeholder 4"/>
          <p:cNvSpPr>
            <a:spLocks noGrp="1"/>
          </p:cNvSpPr>
          <p:nvPr>
            <p:ph type="dt" sz="half" idx="10"/>
          </p:nvPr>
        </p:nvSpPr>
        <p:spPr/>
        <p:txBody>
          <a:bodyPr/>
          <a:lstStyle/>
          <a:p>
            <a:fld id="{8733D1AA-C967-485F-9C0F-3A10FB3D7970}" type="datetimeFigureOut">
              <a:rPr lang="it-IT" smtClean="0"/>
              <a:t>02/03/2026</a:t>
            </a:fld>
            <a:endParaRPr lang="it-IT"/>
          </a:p>
        </p:txBody>
      </p:sp>
      <p:sp>
        <p:nvSpPr>
          <p:cNvPr id="6" name="Footer Placeholder 5"/>
          <p:cNvSpPr>
            <a:spLocks noGrp="1"/>
          </p:cNvSpPr>
          <p:nvPr>
            <p:ph type="ftr" sz="quarter" idx="11"/>
          </p:nvPr>
        </p:nvSpPr>
        <p:spPr/>
        <p:txBody>
          <a:bodyPr/>
          <a:lstStyle/>
          <a:p>
            <a:endParaRPr lang="it-IT"/>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13566879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olo e sottotitolo">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it-IT"/>
              <a:t>Fare clic per modificare lo stile del titolo dello schema</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Modifica gli stili del testo dello schema</a:t>
            </a:r>
          </a:p>
        </p:txBody>
      </p:sp>
      <p:sp>
        <p:nvSpPr>
          <p:cNvPr id="4" name="Date Placeholder 3"/>
          <p:cNvSpPr>
            <a:spLocks noGrp="1"/>
          </p:cNvSpPr>
          <p:nvPr>
            <p:ph type="dt" sz="half" idx="10"/>
          </p:nvPr>
        </p:nvSpPr>
        <p:spPr/>
        <p:txBody>
          <a:bodyPr/>
          <a:lstStyle/>
          <a:p>
            <a:fld id="{8733D1AA-C967-485F-9C0F-3A10FB3D7970}" type="datetimeFigureOut">
              <a:rPr lang="it-IT" smtClean="0"/>
              <a:t>02/03/2026</a:t>
            </a:fld>
            <a:endParaRPr lang="it-IT"/>
          </a:p>
        </p:txBody>
      </p:sp>
      <p:sp>
        <p:nvSpPr>
          <p:cNvPr id="5" name="Footer Placeholder 4"/>
          <p:cNvSpPr>
            <a:spLocks noGrp="1"/>
          </p:cNvSpPr>
          <p:nvPr>
            <p:ph type="ftr" sz="quarter" idx="11"/>
          </p:nvPr>
        </p:nvSpPr>
        <p:spPr/>
        <p:txBody>
          <a:bodyPr/>
          <a:lstStyle/>
          <a:p>
            <a:endParaRPr lang="it-IT"/>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35889069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itazione con didascalia">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it-IT"/>
              <a:t>Fare clic per modificare lo stile del titolo dello schema</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it-IT"/>
              <a:t>Modifica gli stili del testo dello schema</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it-IT"/>
              <a:t>Modifica gli stili del testo dello schema</a:t>
            </a:r>
          </a:p>
        </p:txBody>
      </p:sp>
      <p:sp>
        <p:nvSpPr>
          <p:cNvPr id="4" name="Date Placeholder 3"/>
          <p:cNvSpPr>
            <a:spLocks noGrp="1"/>
          </p:cNvSpPr>
          <p:nvPr>
            <p:ph type="dt" sz="half" idx="10"/>
          </p:nvPr>
        </p:nvSpPr>
        <p:spPr/>
        <p:txBody>
          <a:bodyPr/>
          <a:lstStyle/>
          <a:p>
            <a:fld id="{8733D1AA-C967-485F-9C0F-3A10FB3D7970}" type="datetimeFigureOut">
              <a:rPr lang="it-IT" smtClean="0"/>
              <a:t>02/03/2026</a:t>
            </a:fld>
            <a:endParaRPr lang="it-IT"/>
          </a:p>
        </p:txBody>
      </p:sp>
      <p:sp>
        <p:nvSpPr>
          <p:cNvPr id="5" name="Footer Placeholder 4"/>
          <p:cNvSpPr>
            <a:spLocks noGrp="1"/>
          </p:cNvSpPr>
          <p:nvPr>
            <p:ph type="ftr" sz="quarter" idx="11"/>
          </p:nvPr>
        </p:nvSpPr>
        <p:spPr/>
        <p:txBody>
          <a:bodyPr/>
          <a:lstStyle/>
          <a:p>
            <a:endParaRPr lang="it-IT"/>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DF7E1431-C1E0-41A9-B616-72E172E29B7F}" type="slidenum">
              <a:rPr lang="it-IT" smtClean="0"/>
              <a:t>‹N›</a:t>
            </a:fld>
            <a:endParaRPr lang="it-IT"/>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6351574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cheda nome">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it-IT"/>
              <a:t>Fare clic per modificare lo stile del titolo dello schema</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it-IT"/>
              <a:t>Modifica gli stili del testo dello schema</a:t>
            </a:r>
          </a:p>
        </p:txBody>
      </p:sp>
      <p:sp>
        <p:nvSpPr>
          <p:cNvPr id="5" name="Date Placeholder 4"/>
          <p:cNvSpPr>
            <a:spLocks noGrp="1"/>
          </p:cNvSpPr>
          <p:nvPr>
            <p:ph type="dt" sz="half" idx="10"/>
          </p:nvPr>
        </p:nvSpPr>
        <p:spPr/>
        <p:txBody>
          <a:bodyPr/>
          <a:lstStyle/>
          <a:p>
            <a:fld id="{8733D1AA-C967-485F-9C0F-3A10FB3D7970}" type="datetimeFigureOut">
              <a:rPr lang="it-IT" smtClean="0"/>
              <a:t>02/03/2026</a:t>
            </a:fld>
            <a:endParaRPr lang="it-IT"/>
          </a:p>
        </p:txBody>
      </p:sp>
      <p:sp>
        <p:nvSpPr>
          <p:cNvPr id="6" name="Footer Placeholder 5"/>
          <p:cNvSpPr>
            <a:spLocks noGrp="1"/>
          </p:cNvSpPr>
          <p:nvPr>
            <p:ph type="ftr" sz="quarter" idx="11"/>
          </p:nvPr>
        </p:nvSpPr>
        <p:spPr/>
        <p:txBody>
          <a:bodyPr/>
          <a:lstStyle/>
          <a:p>
            <a:endParaRPr lang="it-IT"/>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18346234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cheda nome citazione">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it-IT"/>
              <a:t>Fare clic per modificare lo stile del titolo dello schema</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it-IT"/>
              <a:t>Modifica gli stili del testo dello schema</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it-IT"/>
              <a:t>Modifica gli stili del testo dello schema</a:t>
            </a:r>
          </a:p>
        </p:txBody>
      </p:sp>
      <p:sp>
        <p:nvSpPr>
          <p:cNvPr id="5" name="Date Placeholder 4"/>
          <p:cNvSpPr>
            <a:spLocks noGrp="1"/>
          </p:cNvSpPr>
          <p:nvPr>
            <p:ph type="dt" sz="half" idx="10"/>
          </p:nvPr>
        </p:nvSpPr>
        <p:spPr/>
        <p:txBody>
          <a:bodyPr/>
          <a:lstStyle/>
          <a:p>
            <a:fld id="{8733D1AA-C967-485F-9C0F-3A10FB3D7970}" type="datetimeFigureOut">
              <a:rPr lang="it-IT" smtClean="0"/>
              <a:t>02/03/2026</a:t>
            </a:fld>
            <a:endParaRPr lang="it-IT"/>
          </a:p>
        </p:txBody>
      </p:sp>
      <p:sp>
        <p:nvSpPr>
          <p:cNvPr id="6" name="Footer Placeholder 5"/>
          <p:cNvSpPr>
            <a:spLocks noGrp="1"/>
          </p:cNvSpPr>
          <p:nvPr>
            <p:ph type="ftr" sz="quarter" idx="11"/>
          </p:nvPr>
        </p:nvSpPr>
        <p:spPr/>
        <p:txBody>
          <a:bodyPr/>
          <a:lstStyle/>
          <a:p>
            <a:endParaRPr lang="it-IT"/>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DF7E1431-C1E0-41A9-B616-72E172E29B7F}" type="slidenum">
              <a:rPr lang="it-IT" smtClean="0"/>
              <a:t>‹N›</a:t>
            </a:fld>
            <a:endParaRPr lang="it-IT"/>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66828446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Vero o falso">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it-IT"/>
              <a:t>Fare clic per modificare lo stile del titolo dello schema</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it-IT"/>
              <a:t>Modifica gli stili del testo dello schema</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it-IT"/>
              <a:t>Modifica gli stili del testo dello schema</a:t>
            </a:r>
          </a:p>
        </p:txBody>
      </p:sp>
      <p:sp>
        <p:nvSpPr>
          <p:cNvPr id="5" name="Date Placeholder 4"/>
          <p:cNvSpPr>
            <a:spLocks noGrp="1"/>
          </p:cNvSpPr>
          <p:nvPr>
            <p:ph type="dt" sz="half" idx="10"/>
          </p:nvPr>
        </p:nvSpPr>
        <p:spPr/>
        <p:txBody>
          <a:bodyPr/>
          <a:lstStyle/>
          <a:p>
            <a:fld id="{8733D1AA-C967-485F-9C0F-3A10FB3D7970}" type="datetimeFigureOut">
              <a:rPr lang="it-IT" smtClean="0"/>
              <a:t>02/03/2026</a:t>
            </a:fld>
            <a:endParaRPr lang="it-IT"/>
          </a:p>
        </p:txBody>
      </p:sp>
      <p:sp>
        <p:nvSpPr>
          <p:cNvPr id="6" name="Footer Placeholder 5"/>
          <p:cNvSpPr>
            <a:spLocks noGrp="1"/>
          </p:cNvSpPr>
          <p:nvPr>
            <p:ph type="ftr" sz="quarter" idx="11"/>
          </p:nvPr>
        </p:nvSpPr>
        <p:spPr/>
        <p:txBody>
          <a:bodyPr/>
          <a:lstStyle/>
          <a:p>
            <a:endParaRPr lang="it-IT"/>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25405015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p:txBody>
          <a:bodyPr vert="eaVert" anchor="t"/>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8733D1AA-C967-485F-9C0F-3A10FB3D7970}" type="datetimeFigureOut">
              <a:rPr lang="it-IT" smtClean="0"/>
              <a:t>02/03/2026</a:t>
            </a:fld>
            <a:endParaRPr lang="it-IT"/>
          </a:p>
        </p:txBody>
      </p:sp>
      <p:sp>
        <p:nvSpPr>
          <p:cNvPr id="5" name="Footer Placeholder 4"/>
          <p:cNvSpPr>
            <a:spLocks noGrp="1"/>
          </p:cNvSpPr>
          <p:nvPr>
            <p:ph type="ftr" sz="quarter" idx="11"/>
          </p:nvPr>
        </p:nvSpPr>
        <p:spPr/>
        <p:txBody>
          <a:bodyPr/>
          <a:lstStyle/>
          <a:p>
            <a:endParaRPr lang="it-IT"/>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7769729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it-IT"/>
              <a:t>Fare clic per modificare lo stile del titolo dello schema</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10"/>
          </p:nvPr>
        </p:nvSpPr>
        <p:spPr/>
        <p:txBody>
          <a:bodyPr/>
          <a:lstStyle/>
          <a:p>
            <a:fld id="{8733D1AA-C967-485F-9C0F-3A10FB3D7970}" type="datetimeFigureOut">
              <a:rPr lang="it-IT" smtClean="0"/>
              <a:t>02/03/2026</a:t>
            </a:fld>
            <a:endParaRPr lang="it-IT"/>
          </a:p>
        </p:txBody>
      </p:sp>
      <p:sp>
        <p:nvSpPr>
          <p:cNvPr id="5" name="Footer Placeholder 4"/>
          <p:cNvSpPr>
            <a:spLocks noGrp="1"/>
          </p:cNvSpPr>
          <p:nvPr>
            <p:ph type="ftr" sz="quarter" idx="11"/>
          </p:nvPr>
        </p:nvSpPr>
        <p:spPr/>
        <p:txBody>
          <a:bodyPr/>
          <a:lstStyle/>
          <a:p>
            <a:endParaRPr lang="it-IT"/>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DF7E1431-C1E0-41A9-B616-72E172E29B7F}" type="slidenum">
              <a:rPr lang="it-IT" smtClean="0"/>
              <a:t>‹N›</a:t>
            </a:fld>
            <a:endParaRPr lang="it-IT"/>
          </a:p>
        </p:txBody>
      </p:sp>
    </p:spTree>
    <p:extLst>
      <p:ext uri="{BB962C8B-B14F-4D97-AF65-F5344CB8AC3E}">
        <p14:creationId xmlns:p14="http://schemas.microsoft.com/office/powerpoint/2010/main" val="210817963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it-IT"/>
              <a:t>Fare clic per modificare lo stile del titolo dello schema</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8733D1AA-C967-485F-9C0F-3A10FB3D7970}" type="datetimeFigureOut">
              <a:rPr lang="it-IT" smtClean="0"/>
              <a:t>02/03/2026</a:t>
            </a:fld>
            <a:endParaRPr lang="it-IT"/>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it-IT"/>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DF7E1431-C1E0-41A9-B616-72E172E29B7F}" type="slidenum">
              <a:rPr lang="it-IT" smtClean="0"/>
              <a:t>‹N›</a:t>
            </a:fld>
            <a:endParaRPr lang="it-IT"/>
          </a:p>
        </p:txBody>
      </p:sp>
    </p:spTree>
    <p:extLst>
      <p:ext uri="{BB962C8B-B14F-4D97-AF65-F5344CB8AC3E}">
        <p14:creationId xmlns:p14="http://schemas.microsoft.com/office/powerpoint/2010/main" val="2676783967"/>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B15F93F-1E59-4795-A782-7FBC48CE51A7}"/>
              </a:ext>
            </a:extLst>
          </p:cNvPr>
          <p:cNvSpPr>
            <a:spLocks noGrp="1"/>
          </p:cNvSpPr>
          <p:nvPr>
            <p:ph type="ctrTitle"/>
          </p:nvPr>
        </p:nvSpPr>
        <p:spPr>
          <a:xfrm>
            <a:off x="1057835" y="1878109"/>
            <a:ext cx="11286564" cy="2944905"/>
          </a:xfrm>
        </p:spPr>
        <p:txBody>
          <a:bodyPr>
            <a:normAutofit/>
          </a:bodyPr>
          <a:lstStyle/>
          <a:p>
            <a:r>
              <a:rPr lang="en-IN" sz="4000" b="1" dirty="0"/>
              <a:t>LuxeIntelligence: Technical Implementation &amp; Data Science Documentation</a:t>
            </a:r>
            <a:br>
              <a:rPr lang="it-IT" dirty="0"/>
            </a:br>
            <a:endParaRPr lang="it-IT" dirty="0"/>
          </a:p>
        </p:txBody>
      </p:sp>
      <p:pic>
        <p:nvPicPr>
          <p:cNvPr id="5" name="Immagine 4">
            <a:extLst>
              <a:ext uri="{FF2B5EF4-FFF2-40B4-BE49-F238E27FC236}">
                <a16:creationId xmlns:a16="http://schemas.microsoft.com/office/drawing/2014/main" id="{05AD469A-F7E3-40A2-9700-0F038049875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79158" y="77008"/>
            <a:ext cx="2316723" cy="2056591"/>
          </a:xfrm>
          <a:prstGeom prst="rect">
            <a:avLst/>
          </a:prstGeom>
          <a:ln>
            <a:solidFill>
              <a:schemeClr val="bg1"/>
            </a:solidFill>
          </a:ln>
        </p:spPr>
      </p:pic>
    </p:spTree>
    <p:extLst>
      <p:ext uri="{BB962C8B-B14F-4D97-AF65-F5344CB8AC3E}">
        <p14:creationId xmlns:p14="http://schemas.microsoft.com/office/powerpoint/2010/main" val="633496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FCA164D-326F-40BE-9102-1F1FDE9C5467}"/>
              </a:ext>
            </a:extLst>
          </p:cNvPr>
          <p:cNvSpPr>
            <a:spLocks noGrp="1"/>
          </p:cNvSpPr>
          <p:nvPr>
            <p:ph type="title"/>
          </p:nvPr>
        </p:nvSpPr>
        <p:spPr>
          <a:xfrm>
            <a:off x="2485349" y="104157"/>
            <a:ext cx="8911687" cy="720596"/>
          </a:xfrm>
        </p:spPr>
        <p:txBody>
          <a:bodyPr>
            <a:normAutofit/>
          </a:bodyPr>
          <a:lstStyle/>
          <a:p>
            <a:r>
              <a:rPr lang="en-US" sz="2800" dirty="0"/>
              <a:t>Objective &amp; Data Foundation (Data Audit)</a:t>
            </a:r>
            <a:endParaRPr lang="it-IT" sz="2800" dirty="0"/>
          </a:p>
        </p:txBody>
      </p:sp>
      <p:graphicFrame>
        <p:nvGraphicFramePr>
          <p:cNvPr id="8" name="Segnaposto contenuto 7">
            <a:extLst>
              <a:ext uri="{FF2B5EF4-FFF2-40B4-BE49-F238E27FC236}">
                <a16:creationId xmlns:a16="http://schemas.microsoft.com/office/drawing/2014/main" id="{D4BF77F2-B520-46B4-93CF-85144BFB34CF}"/>
              </a:ext>
            </a:extLst>
          </p:cNvPr>
          <p:cNvGraphicFramePr>
            <a:graphicFrameLocks noGrp="1"/>
          </p:cNvGraphicFramePr>
          <p:nvPr>
            <p:ph idx="1"/>
            <p:extLst>
              <p:ext uri="{D42A27DB-BD31-4B8C-83A1-F6EECF244321}">
                <p14:modId xmlns:p14="http://schemas.microsoft.com/office/powerpoint/2010/main" val="3217136552"/>
              </p:ext>
            </p:extLst>
          </p:nvPr>
        </p:nvGraphicFramePr>
        <p:xfrm>
          <a:off x="1352083" y="2672180"/>
          <a:ext cx="4026741" cy="3070388"/>
        </p:xfrm>
        <a:graphic>
          <a:graphicData uri="http://schemas.openxmlformats.org/drawingml/2006/table">
            <a:tbl>
              <a:tblPr firstRow="1" firstCol="1" bandRow="1">
                <a:tableStyleId>{5C22544A-7EE6-4342-B048-85BDC9FD1C3A}</a:tableStyleId>
              </a:tblPr>
              <a:tblGrid>
                <a:gridCol w="1717604">
                  <a:extLst>
                    <a:ext uri="{9D8B030D-6E8A-4147-A177-3AD203B41FA5}">
                      <a16:colId xmlns:a16="http://schemas.microsoft.com/office/drawing/2014/main" val="3785856914"/>
                    </a:ext>
                  </a:extLst>
                </a:gridCol>
                <a:gridCol w="1039805">
                  <a:extLst>
                    <a:ext uri="{9D8B030D-6E8A-4147-A177-3AD203B41FA5}">
                      <a16:colId xmlns:a16="http://schemas.microsoft.com/office/drawing/2014/main" val="343277957"/>
                    </a:ext>
                  </a:extLst>
                </a:gridCol>
                <a:gridCol w="1269332">
                  <a:extLst>
                    <a:ext uri="{9D8B030D-6E8A-4147-A177-3AD203B41FA5}">
                      <a16:colId xmlns:a16="http://schemas.microsoft.com/office/drawing/2014/main" val="4066742544"/>
                    </a:ext>
                  </a:extLst>
                </a:gridCol>
              </a:tblGrid>
              <a:tr h="1039136">
                <a:tc>
                  <a:txBody>
                    <a:bodyPr/>
                    <a:lstStyle/>
                    <a:p>
                      <a:pPr algn="ctr">
                        <a:lnSpc>
                          <a:spcPct val="115000"/>
                        </a:lnSpc>
                        <a:spcBef>
                          <a:spcPts val="500"/>
                        </a:spcBef>
                        <a:spcAft>
                          <a:spcPts val="0"/>
                        </a:spcAft>
                      </a:pPr>
                      <a:r>
                        <a:rPr lang="it-IT" sz="1200" dirty="0" err="1">
                          <a:effectLst/>
                        </a:rPr>
                        <a:t>Table</a:t>
                      </a:r>
                      <a:endParaRPr lang="it-IT" sz="1000" dirty="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200">
                          <a:effectLst/>
                        </a:rPr>
                        <a:t>Row Count</a:t>
                      </a:r>
                      <a:endParaRPr lang="it-IT" sz="100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200">
                          <a:effectLst/>
                        </a:rPr>
                        <a:t>Column Count</a:t>
                      </a:r>
                      <a:endParaRPr lang="it-IT" sz="100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extLst>
                  <a:ext uri="{0D108BD9-81ED-4DB2-BD59-A6C34878D82A}">
                    <a16:rowId xmlns:a16="http://schemas.microsoft.com/office/drawing/2014/main" val="318618129"/>
                  </a:ext>
                </a:extLst>
              </a:tr>
              <a:tr h="496058">
                <a:tc>
                  <a:txBody>
                    <a:bodyPr/>
                    <a:lstStyle/>
                    <a:p>
                      <a:pPr algn="ctr">
                        <a:lnSpc>
                          <a:spcPct val="115000"/>
                        </a:lnSpc>
                        <a:spcBef>
                          <a:spcPts val="500"/>
                        </a:spcBef>
                        <a:spcAft>
                          <a:spcPts val="0"/>
                        </a:spcAft>
                      </a:pPr>
                      <a:r>
                        <a:rPr lang="it-IT" sz="1200">
                          <a:effectLst/>
                        </a:rPr>
                        <a:t>Transactions</a:t>
                      </a:r>
                      <a:endParaRPr lang="it-IT" sz="100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400" b="1" dirty="0">
                          <a:effectLst/>
                        </a:rPr>
                        <a:t>1,983,549</a:t>
                      </a:r>
                      <a:endParaRPr lang="it-IT" sz="1050" b="1" dirty="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400" b="1" dirty="0">
                          <a:effectLst/>
                        </a:rPr>
                        <a:t>9</a:t>
                      </a:r>
                      <a:endParaRPr lang="it-IT" sz="1050" b="1" dirty="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extLst>
                  <a:ext uri="{0D108BD9-81ED-4DB2-BD59-A6C34878D82A}">
                    <a16:rowId xmlns:a16="http://schemas.microsoft.com/office/drawing/2014/main" val="106270321"/>
                  </a:ext>
                </a:extLst>
              </a:tr>
              <a:tr h="496058">
                <a:tc>
                  <a:txBody>
                    <a:bodyPr/>
                    <a:lstStyle/>
                    <a:p>
                      <a:pPr algn="ctr">
                        <a:lnSpc>
                          <a:spcPct val="115000"/>
                        </a:lnSpc>
                        <a:spcBef>
                          <a:spcPts val="500"/>
                        </a:spcBef>
                        <a:spcAft>
                          <a:spcPts val="0"/>
                        </a:spcAft>
                      </a:pPr>
                      <a:r>
                        <a:rPr lang="it-IT" sz="1200">
                          <a:effectLst/>
                        </a:rPr>
                        <a:t>Item_master</a:t>
                      </a:r>
                      <a:endParaRPr lang="it-IT" sz="100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400" b="1">
                          <a:effectLst/>
                        </a:rPr>
                        <a:t>16,064</a:t>
                      </a:r>
                      <a:endParaRPr lang="it-IT" sz="1050" b="1">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400" b="1" dirty="0">
                          <a:effectLst/>
                        </a:rPr>
                        <a:t>10</a:t>
                      </a:r>
                      <a:endParaRPr lang="it-IT" sz="1050" b="1" dirty="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extLst>
                  <a:ext uri="{0D108BD9-81ED-4DB2-BD59-A6C34878D82A}">
                    <a16:rowId xmlns:a16="http://schemas.microsoft.com/office/drawing/2014/main" val="3333876139"/>
                  </a:ext>
                </a:extLst>
              </a:tr>
              <a:tr h="1039136">
                <a:tc>
                  <a:txBody>
                    <a:bodyPr/>
                    <a:lstStyle/>
                    <a:p>
                      <a:pPr algn="ctr">
                        <a:lnSpc>
                          <a:spcPct val="115000"/>
                        </a:lnSpc>
                        <a:spcBef>
                          <a:spcPts val="500"/>
                        </a:spcBef>
                        <a:spcAft>
                          <a:spcPts val="0"/>
                        </a:spcAft>
                      </a:pPr>
                      <a:r>
                        <a:rPr lang="it-IT" sz="1200">
                          <a:effectLst/>
                        </a:rPr>
                        <a:t>Customer_master</a:t>
                      </a:r>
                      <a:endParaRPr lang="it-IT" sz="100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400" b="1">
                          <a:effectLst/>
                        </a:rPr>
                        <a:t>29,691</a:t>
                      </a:r>
                      <a:endParaRPr lang="it-IT" sz="1050" b="1">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tc>
                  <a:txBody>
                    <a:bodyPr/>
                    <a:lstStyle/>
                    <a:p>
                      <a:pPr algn="ctr">
                        <a:lnSpc>
                          <a:spcPct val="115000"/>
                        </a:lnSpc>
                        <a:spcBef>
                          <a:spcPts val="500"/>
                        </a:spcBef>
                        <a:spcAft>
                          <a:spcPts val="0"/>
                        </a:spcAft>
                      </a:pPr>
                      <a:r>
                        <a:rPr lang="it-IT" sz="1400" b="1" dirty="0">
                          <a:effectLst/>
                        </a:rPr>
                        <a:t>4</a:t>
                      </a:r>
                      <a:endParaRPr lang="it-IT" sz="1050" b="1" dirty="0">
                        <a:effectLst/>
                        <a:latin typeface="Century Gothic" panose="020B0502020202020204" pitchFamily="34" charset="0"/>
                        <a:ea typeface="Times New Roman" panose="02020603050405020304" pitchFamily="18" charset="0"/>
                        <a:cs typeface="Tahoma" panose="020B0604030504040204" pitchFamily="34" charset="0"/>
                      </a:endParaRPr>
                    </a:p>
                  </a:txBody>
                  <a:tcPr marL="68580" marR="68580" marT="0" marB="0"/>
                </a:tc>
                <a:extLst>
                  <a:ext uri="{0D108BD9-81ED-4DB2-BD59-A6C34878D82A}">
                    <a16:rowId xmlns:a16="http://schemas.microsoft.com/office/drawing/2014/main" val="1794934798"/>
                  </a:ext>
                </a:extLst>
              </a:tr>
            </a:tbl>
          </a:graphicData>
        </a:graphic>
      </p:graphicFrame>
      <p:sp>
        <p:nvSpPr>
          <p:cNvPr id="7" name="Segnaposto contenuto 2">
            <a:extLst>
              <a:ext uri="{FF2B5EF4-FFF2-40B4-BE49-F238E27FC236}">
                <a16:creationId xmlns:a16="http://schemas.microsoft.com/office/drawing/2014/main" id="{8A73DBA8-E660-45CB-B2DF-3C814751B9A0}"/>
              </a:ext>
            </a:extLst>
          </p:cNvPr>
          <p:cNvSpPr txBox="1">
            <a:spLocks/>
          </p:cNvSpPr>
          <p:nvPr/>
        </p:nvSpPr>
        <p:spPr>
          <a:xfrm>
            <a:off x="1674812" y="757518"/>
            <a:ext cx="10311000" cy="1470212"/>
          </a:xfrm>
          <a:prstGeom prst="rect">
            <a:avLst/>
          </a:prstGeom>
        </p:spPr>
        <p:txBody>
          <a:bodyPr vert="horz" lIns="91440" tIns="45720" rIns="91440" bIns="45720" rtlCol="0" anchor="t">
            <a:normAutofit/>
          </a:bodyPr>
          <a:lstStyle>
            <a:lvl1pPr marL="0" indent="0" algn="l" defTabSz="457200" rtl="0" eaLnBrk="1" latinLnBrk="0" hangingPunct="1">
              <a:spcBef>
                <a:spcPts val="1000"/>
              </a:spcBef>
              <a:spcAft>
                <a:spcPts val="0"/>
              </a:spcAft>
              <a:buClr>
                <a:schemeClr val="accent1"/>
              </a:buClr>
              <a:buFont typeface="Wingdings 3" charset="2"/>
              <a:buNone/>
              <a:defRPr sz="1800" kern="1200">
                <a:solidFill>
                  <a:schemeClr val="tx1">
                    <a:lumMod val="65000"/>
                    <a:lumOff val="35000"/>
                  </a:schemeClr>
                </a:solidFill>
                <a:latin typeface="+mn-lt"/>
                <a:ea typeface="+mn-ea"/>
                <a:cs typeface="+mn-cs"/>
              </a:defRPr>
            </a:lvl1pPr>
            <a:lvl2pPr marL="457200" indent="0" algn="ctr" defTabSz="457200" rtl="0" eaLnBrk="1" latinLnBrk="0" hangingPunct="1">
              <a:spcBef>
                <a:spcPts val="1000"/>
              </a:spcBef>
              <a:spcAft>
                <a:spcPts val="0"/>
              </a:spcAft>
              <a:buClr>
                <a:schemeClr val="accent1"/>
              </a:buClr>
              <a:buFont typeface="Wingdings 3" charset="2"/>
              <a:buNone/>
              <a:defRPr sz="1600" kern="1200">
                <a:solidFill>
                  <a:schemeClr val="tx1">
                    <a:tint val="75000"/>
                  </a:schemeClr>
                </a:solidFill>
                <a:latin typeface="+mn-lt"/>
                <a:ea typeface="+mn-ea"/>
                <a:cs typeface="+mn-cs"/>
              </a:defRPr>
            </a:lvl2pPr>
            <a:lvl3pPr marL="914400" indent="0" algn="ctr" defTabSz="457200" rtl="0" eaLnBrk="1" latinLnBrk="0" hangingPunct="1">
              <a:spcBef>
                <a:spcPts val="1000"/>
              </a:spcBef>
              <a:spcAft>
                <a:spcPts val="0"/>
              </a:spcAft>
              <a:buClr>
                <a:schemeClr val="accent1"/>
              </a:buClr>
              <a:buFont typeface="Wingdings 3" charset="2"/>
              <a:buNone/>
              <a:defRPr sz="1400" kern="1200">
                <a:solidFill>
                  <a:schemeClr val="tx1">
                    <a:tint val="75000"/>
                  </a:schemeClr>
                </a:solidFill>
                <a:latin typeface="+mn-lt"/>
                <a:ea typeface="+mn-ea"/>
                <a:cs typeface="+mn-cs"/>
              </a:defRPr>
            </a:lvl3pPr>
            <a:lvl4pPr marL="1371600" indent="0" algn="ctr" defTabSz="457200" rtl="0" eaLnBrk="1" latinLnBrk="0" hangingPunct="1">
              <a:spcBef>
                <a:spcPts val="1000"/>
              </a:spcBef>
              <a:spcAft>
                <a:spcPts val="0"/>
              </a:spcAft>
              <a:buClr>
                <a:schemeClr val="accent1"/>
              </a:buClr>
              <a:buFont typeface="Wingdings 3" charset="2"/>
              <a:buNone/>
              <a:defRPr sz="1200" kern="1200">
                <a:solidFill>
                  <a:schemeClr val="tx1">
                    <a:tint val="75000"/>
                  </a:schemeClr>
                </a:solidFill>
                <a:latin typeface="+mn-lt"/>
                <a:ea typeface="+mn-ea"/>
                <a:cs typeface="+mn-cs"/>
              </a:defRPr>
            </a:lvl4pPr>
            <a:lvl5pPr marL="1828800" indent="0" algn="ctr" defTabSz="457200" rtl="0" eaLnBrk="1" latinLnBrk="0" hangingPunct="1">
              <a:spcBef>
                <a:spcPts val="1000"/>
              </a:spcBef>
              <a:spcAft>
                <a:spcPts val="0"/>
              </a:spcAft>
              <a:buClr>
                <a:schemeClr val="accent1"/>
              </a:buClr>
              <a:buFont typeface="Wingdings 3" charset="2"/>
              <a:buNone/>
              <a:defRPr sz="1200" kern="1200">
                <a:solidFill>
                  <a:schemeClr val="tx1">
                    <a:tint val="75000"/>
                  </a:schemeClr>
                </a:solidFill>
                <a:latin typeface="+mn-lt"/>
                <a:ea typeface="+mn-ea"/>
                <a:cs typeface="+mn-cs"/>
              </a:defRPr>
            </a:lvl5pPr>
            <a:lvl6pPr marL="2286000" indent="0" algn="ctr" defTabSz="457200" rtl="0" eaLnBrk="1" latinLnBrk="0" hangingPunct="1">
              <a:spcBef>
                <a:spcPts val="1000"/>
              </a:spcBef>
              <a:spcAft>
                <a:spcPts val="0"/>
              </a:spcAft>
              <a:buClr>
                <a:schemeClr val="accent1"/>
              </a:buClr>
              <a:buFont typeface="Wingdings 3" charset="2"/>
              <a:buNone/>
              <a:defRPr sz="1200" kern="1200">
                <a:solidFill>
                  <a:schemeClr val="tx1">
                    <a:tint val="75000"/>
                  </a:schemeClr>
                </a:solidFill>
                <a:latin typeface="+mn-lt"/>
                <a:ea typeface="+mn-ea"/>
                <a:cs typeface="+mn-cs"/>
              </a:defRPr>
            </a:lvl6pPr>
            <a:lvl7pPr marL="2743200" indent="0" algn="ctr" defTabSz="457200" rtl="0" eaLnBrk="1" latinLnBrk="0" hangingPunct="1">
              <a:spcBef>
                <a:spcPts val="1000"/>
              </a:spcBef>
              <a:spcAft>
                <a:spcPts val="0"/>
              </a:spcAft>
              <a:buClr>
                <a:schemeClr val="accent1"/>
              </a:buClr>
              <a:buFont typeface="Wingdings 3" charset="2"/>
              <a:buNone/>
              <a:defRPr sz="1200" kern="1200">
                <a:solidFill>
                  <a:schemeClr val="tx1">
                    <a:tint val="75000"/>
                  </a:schemeClr>
                </a:solidFill>
                <a:latin typeface="+mn-lt"/>
                <a:ea typeface="+mn-ea"/>
                <a:cs typeface="+mn-cs"/>
              </a:defRPr>
            </a:lvl7pPr>
            <a:lvl8pPr marL="3200400" indent="0" algn="ctr" defTabSz="457200" rtl="0" eaLnBrk="1" latinLnBrk="0" hangingPunct="1">
              <a:spcBef>
                <a:spcPts val="1000"/>
              </a:spcBef>
              <a:spcAft>
                <a:spcPts val="0"/>
              </a:spcAft>
              <a:buClr>
                <a:schemeClr val="accent1"/>
              </a:buClr>
              <a:buFont typeface="Wingdings 3" charset="2"/>
              <a:buNone/>
              <a:defRPr sz="1200" kern="1200">
                <a:solidFill>
                  <a:schemeClr val="tx1">
                    <a:tint val="75000"/>
                  </a:schemeClr>
                </a:solidFill>
                <a:latin typeface="+mn-lt"/>
                <a:ea typeface="+mn-ea"/>
                <a:cs typeface="+mn-cs"/>
              </a:defRPr>
            </a:lvl8pPr>
            <a:lvl9pPr marL="3657600" indent="0" algn="ctr" defTabSz="457200" rtl="0" eaLnBrk="1" latinLnBrk="0" hangingPunct="1">
              <a:spcBef>
                <a:spcPts val="1000"/>
              </a:spcBef>
              <a:spcAft>
                <a:spcPts val="0"/>
              </a:spcAft>
              <a:buClr>
                <a:schemeClr val="accent1"/>
              </a:buClr>
              <a:buFont typeface="Wingdings 3" charset="2"/>
              <a:buNone/>
              <a:defRPr sz="1200" kern="1200">
                <a:solidFill>
                  <a:schemeClr val="tx1">
                    <a:tint val="75000"/>
                  </a:schemeClr>
                </a:solidFill>
                <a:latin typeface="+mn-lt"/>
                <a:ea typeface="+mn-ea"/>
                <a:cs typeface="+mn-cs"/>
              </a:defRPr>
            </a:lvl9pPr>
          </a:lstStyle>
          <a:p>
            <a:pPr algn="just"/>
            <a:r>
              <a:rPr lang="en-IN" dirty="0">
                <a:solidFill>
                  <a:schemeClr val="tx1"/>
                </a:solidFill>
              </a:rPr>
              <a:t>Objective:  To transform high-volume transactional and behavioural data into a </a:t>
            </a:r>
            <a:r>
              <a:rPr lang="en-IN" b="1" dirty="0">
                <a:solidFill>
                  <a:schemeClr val="tx1"/>
                </a:solidFill>
              </a:rPr>
              <a:t>360 Designer Intelligence Suite</a:t>
            </a:r>
            <a:r>
              <a:rPr lang="en-IN" dirty="0">
                <a:solidFill>
                  <a:schemeClr val="tx1"/>
                </a:solidFill>
              </a:rPr>
              <a:t>. By bridging the gap between sample intent and purchase reality, this project aims to optimize conversion velocity, personalize the luxury customer journey, and provide the sales team with predictive tools to drive measurable revenue growth.</a:t>
            </a:r>
            <a:endParaRPr lang="it-IT" dirty="0">
              <a:solidFill>
                <a:schemeClr val="tx1"/>
              </a:solidFill>
            </a:endParaRPr>
          </a:p>
          <a:p>
            <a:endParaRPr lang="it-IT" dirty="0"/>
          </a:p>
        </p:txBody>
      </p:sp>
      <p:pic>
        <p:nvPicPr>
          <p:cNvPr id="9" name="Immagine 8">
            <a:extLst>
              <a:ext uri="{FF2B5EF4-FFF2-40B4-BE49-F238E27FC236}">
                <a16:creationId xmlns:a16="http://schemas.microsoft.com/office/drawing/2014/main" id="{59621943-C8A9-4E94-A3FF-3EA0BAC36EAE}"/>
              </a:ext>
            </a:extLst>
          </p:cNvPr>
          <p:cNvPicPr/>
          <p:nvPr/>
        </p:nvPicPr>
        <p:blipFill>
          <a:blip r:embed="rId2">
            <a:extLst>
              <a:ext uri="{28A0092B-C50C-407E-A947-70E740481C1C}">
                <a14:useLocalDpi xmlns:a14="http://schemas.microsoft.com/office/drawing/2010/main" val="0"/>
              </a:ext>
            </a:extLst>
          </a:blip>
          <a:stretch>
            <a:fillRect/>
          </a:stretch>
        </p:blipFill>
        <p:spPr>
          <a:xfrm>
            <a:off x="5624382" y="2672180"/>
            <a:ext cx="6361430" cy="3140710"/>
          </a:xfrm>
          <a:prstGeom prst="rect">
            <a:avLst/>
          </a:prstGeom>
        </p:spPr>
      </p:pic>
    </p:spTree>
    <p:extLst>
      <p:ext uri="{BB962C8B-B14F-4D97-AF65-F5344CB8AC3E}">
        <p14:creationId xmlns:p14="http://schemas.microsoft.com/office/powerpoint/2010/main" val="7609066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BFE241B-E8D6-4863-9E93-CF5DFF8A865B}"/>
              </a:ext>
            </a:extLst>
          </p:cNvPr>
          <p:cNvSpPr>
            <a:spLocks noGrp="1"/>
          </p:cNvSpPr>
          <p:nvPr>
            <p:ph type="title"/>
          </p:nvPr>
        </p:nvSpPr>
        <p:spPr>
          <a:xfrm>
            <a:off x="3695585" y="8965"/>
            <a:ext cx="7295145" cy="627529"/>
          </a:xfrm>
        </p:spPr>
        <p:txBody>
          <a:bodyPr>
            <a:normAutofit/>
          </a:bodyPr>
          <a:lstStyle/>
          <a:p>
            <a:r>
              <a:rPr lang="en-IN" sz="2800" dirty="0"/>
              <a:t>Conversion Funnel Analysis</a:t>
            </a:r>
            <a:endParaRPr lang="it-IT" sz="2800" dirty="0"/>
          </a:p>
        </p:txBody>
      </p:sp>
      <p:pic>
        <p:nvPicPr>
          <p:cNvPr id="4" name="Segnaposto contenuto 3">
            <a:extLst>
              <a:ext uri="{FF2B5EF4-FFF2-40B4-BE49-F238E27FC236}">
                <a16:creationId xmlns:a16="http://schemas.microsoft.com/office/drawing/2014/main" id="{761BC9EC-E744-43FF-9D13-831223EB1DD1}"/>
              </a:ext>
            </a:extLst>
          </p:cNvPr>
          <p:cNvPicPr>
            <a:picLocks noGrp="1"/>
          </p:cNvPicPr>
          <p:nvPr>
            <p:ph idx="1"/>
          </p:nvPr>
        </p:nvPicPr>
        <p:blipFill>
          <a:blip r:embed="rId2" cstate="print">
            <a:extLst>
              <a:ext uri="{28A0092B-C50C-407E-A947-70E740481C1C}">
                <a14:useLocalDpi xmlns:a14="http://schemas.microsoft.com/office/drawing/2010/main" val="0"/>
              </a:ext>
            </a:extLst>
          </a:blip>
          <a:stretch>
            <a:fillRect/>
          </a:stretch>
        </p:blipFill>
        <p:spPr>
          <a:xfrm>
            <a:off x="215149" y="1240122"/>
            <a:ext cx="5880847" cy="2381619"/>
          </a:xfrm>
          <a:prstGeom prst="rect">
            <a:avLst/>
          </a:prstGeom>
        </p:spPr>
      </p:pic>
      <p:pic>
        <p:nvPicPr>
          <p:cNvPr id="5" name="Immagine 4">
            <a:extLst>
              <a:ext uri="{FF2B5EF4-FFF2-40B4-BE49-F238E27FC236}">
                <a16:creationId xmlns:a16="http://schemas.microsoft.com/office/drawing/2014/main" id="{D7C1497A-3324-4616-B0FF-1B78C6A40D67}"/>
              </a:ext>
            </a:extLst>
          </p:cNvPr>
          <p:cNvPicPr/>
          <p:nvPr/>
        </p:nvPicPr>
        <p:blipFill>
          <a:blip r:embed="rId3">
            <a:extLst>
              <a:ext uri="{28A0092B-C50C-407E-A947-70E740481C1C}">
                <a14:useLocalDpi xmlns:a14="http://schemas.microsoft.com/office/drawing/2010/main" val="0"/>
              </a:ext>
            </a:extLst>
          </a:blip>
          <a:stretch>
            <a:fillRect/>
          </a:stretch>
        </p:blipFill>
        <p:spPr>
          <a:xfrm>
            <a:off x="215151" y="4688541"/>
            <a:ext cx="5880847" cy="2088776"/>
          </a:xfrm>
          <a:prstGeom prst="rect">
            <a:avLst/>
          </a:prstGeom>
        </p:spPr>
      </p:pic>
      <p:pic>
        <p:nvPicPr>
          <p:cNvPr id="6" name="Immagine 5">
            <a:extLst>
              <a:ext uri="{FF2B5EF4-FFF2-40B4-BE49-F238E27FC236}">
                <a16:creationId xmlns:a16="http://schemas.microsoft.com/office/drawing/2014/main" id="{63CE051E-D2CE-4241-BF57-23875F634AC6}"/>
              </a:ext>
            </a:extLst>
          </p:cNvPr>
          <p:cNvPicPr/>
          <p:nvPr/>
        </p:nvPicPr>
        <p:blipFill>
          <a:blip r:embed="rId4">
            <a:extLst>
              <a:ext uri="{28A0092B-C50C-407E-A947-70E740481C1C}">
                <a14:useLocalDpi xmlns:a14="http://schemas.microsoft.com/office/drawing/2010/main" val="0"/>
              </a:ext>
            </a:extLst>
          </a:blip>
          <a:stretch>
            <a:fillRect/>
          </a:stretch>
        </p:blipFill>
        <p:spPr>
          <a:xfrm>
            <a:off x="6806538" y="1632601"/>
            <a:ext cx="4704144" cy="3055939"/>
          </a:xfrm>
          <a:prstGeom prst="rect">
            <a:avLst/>
          </a:prstGeom>
        </p:spPr>
      </p:pic>
      <p:sp>
        <p:nvSpPr>
          <p:cNvPr id="7" name="CasellaDiTesto 6">
            <a:extLst>
              <a:ext uri="{FF2B5EF4-FFF2-40B4-BE49-F238E27FC236}">
                <a16:creationId xmlns:a16="http://schemas.microsoft.com/office/drawing/2014/main" id="{881A1B7E-BD0C-4EA6-80A1-617ADC421F1A}"/>
              </a:ext>
            </a:extLst>
          </p:cNvPr>
          <p:cNvSpPr txBox="1"/>
          <p:nvPr/>
        </p:nvSpPr>
        <p:spPr>
          <a:xfrm>
            <a:off x="215151" y="3621741"/>
            <a:ext cx="6131861" cy="1200329"/>
          </a:xfrm>
          <a:prstGeom prst="rect">
            <a:avLst/>
          </a:prstGeom>
          <a:noFill/>
        </p:spPr>
        <p:txBody>
          <a:bodyPr wrap="square" rtlCol="0">
            <a:spAutoFit/>
          </a:bodyPr>
          <a:lstStyle/>
          <a:p>
            <a:r>
              <a:rPr lang="en-IN" b="1" dirty="0"/>
              <a:t>"</a:t>
            </a:r>
            <a:r>
              <a:rPr lang="en-IN" b="1" dirty="0">
                <a:highlight>
                  <a:srgbClr val="FFFF00"/>
                </a:highlight>
              </a:rPr>
              <a:t>Halo Effect</a:t>
            </a:r>
            <a:r>
              <a:rPr lang="en-IN" b="1" dirty="0"/>
              <a:t>"</a:t>
            </a:r>
            <a:r>
              <a:rPr lang="en-IN" dirty="0"/>
              <a:t> : </a:t>
            </a:r>
            <a:r>
              <a:rPr lang="en-IN" sz="1200" dirty="0"/>
              <a:t>a sample request is a high-intent signal that a design project is active. Even if the specific sampled SKU is not selected (conversion at the item level), the account remains highly likely to purchase an alternative product from the brand (conversion at the account level).</a:t>
            </a:r>
            <a:endParaRPr lang="it-IT" sz="1200" dirty="0"/>
          </a:p>
          <a:p>
            <a:endParaRPr lang="it-IT" dirty="0"/>
          </a:p>
        </p:txBody>
      </p:sp>
      <p:sp>
        <p:nvSpPr>
          <p:cNvPr id="8" name="CasellaDiTesto 7">
            <a:extLst>
              <a:ext uri="{FF2B5EF4-FFF2-40B4-BE49-F238E27FC236}">
                <a16:creationId xmlns:a16="http://schemas.microsoft.com/office/drawing/2014/main" id="{55F6E9DD-CABE-4D29-8E3B-EDD9CA1475E8}"/>
              </a:ext>
            </a:extLst>
          </p:cNvPr>
          <p:cNvSpPr txBox="1"/>
          <p:nvPr/>
        </p:nvSpPr>
        <p:spPr>
          <a:xfrm>
            <a:off x="7212280" y="4822070"/>
            <a:ext cx="4567341" cy="646331"/>
          </a:xfrm>
          <a:prstGeom prst="rect">
            <a:avLst/>
          </a:prstGeom>
          <a:noFill/>
        </p:spPr>
        <p:txBody>
          <a:bodyPr wrap="square" rtlCol="0">
            <a:spAutoFit/>
          </a:bodyPr>
          <a:lstStyle/>
          <a:p>
            <a:r>
              <a:rPr lang="en-IN" dirty="0"/>
              <a:t>On average, a new account requires approximately </a:t>
            </a:r>
            <a:r>
              <a:rPr lang="en-IN" b="1" dirty="0"/>
              <a:t>37 samples</a:t>
            </a:r>
            <a:r>
              <a:rPr lang="en-IN" dirty="0"/>
              <a:t> </a:t>
            </a:r>
            <a:endParaRPr lang="it-IT" dirty="0"/>
          </a:p>
        </p:txBody>
      </p:sp>
    </p:spTree>
    <p:extLst>
      <p:ext uri="{BB962C8B-B14F-4D97-AF65-F5344CB8AC3E}">
        <p14:creationId xmlns:p14="http://schemas.microsoft.com/office/powerpoint/2010/main" val="18554879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magine 3">
            <a:extLst>
              <a:ext uri="{FF2B5EF4-FFF2-40B4-BE49-F238E27FC236}">
                <a16:creationId xmlns:a16="http://schemas.microsoft.com/office/drawing/2014/main" id="{B110D968-F8CA-482B-8AA6-67F6A3E8155A}"/>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184430" y="126216"/>
            <a:ext cx="4651375" cy="2694940"/>
          </a:xfrm>
          <a:prstGeom prst="rect">
            <a:avLst/>
          </a:prstGeom>
        </p:spPr>
      </p:pic>
      <p:pic>
        <p:nvPicPr>
          <p:cNvPr id="5" name="Immagine 4">
            <a:extLst>
              <a:ext uri="{FF2B5EF4-FFF2-40B4-BE49-F238E27FC236}">
                <a16:creationId xmlns:a16="http://schemas.microsoft.com/office/drawing/2014/main" id="{50323886-BE5F-4078-83FF-61DF3DF82412}"/>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5914445" y="82401"/>
            <a:ext cx="4719955" cy="2738755"/>
          </a:xfrm>
          <a:prstGeom prst="rect">
            <a:avLst/>
          </a:prstGeom>
        </p:spPr>
      </p:pic>
      <p:pic>
        <p:nvPicPr>
          <p:cNvPr id="6" name="Immagine 5">
            <a:extLst>
              <a:ext uri="{FF2B5EF4-FFF2-40B4-BE49-F238E27FC236}">
                <a16:creationId xmlns:a16="http://schemas.microsoft.com/office/drawing/2014/main" id="{A8350672-C57C-4B05-BEEE-FD5F2DADC51E}"/>
              </a:ext>
            </a:extLst>
          </p:cNvPr>
          <p:cNvPicPr/>
          <p:nvPr/>
        </p:nvPicPr>
        <p:blipFill>
          <a:blip r:embed="rId4">
            <a:extLst>
              <a:ext uri="{28A0092B-C50C-407E-A947-70E740481C1C}">
                <a14:useLocalDpi xmlns:a14="http://schemas.microsoft.com/office/drawing/2010/main" val="0"/>
              </a:ext>
            </a:extLst>
          </a:blip>
          <a:stretch>
            <a:fillRect/>
          </a:stretch>
        </p:blipFill>
        <p:spPr>
          <a:xfrm>
            <a:off x="1344985" y="4215950"/>
            <a:ext cx="2088497" cy="2193813"/>
          </a:xfrm>
          <a:prstGeom prst="rect">
            <a:avLst/>
          </a:prstGeom>
        </p:spPr>
      </p:pic>
    </p:spTree>
    <p:extLst>
      <p:ext uri="{BB962C8B-B14F-4D97-AF65-F5344CB8AC3E}">
        <p14:creationId xmlns:p14="http://schemas.microsoft.com/office/powerpoint/2010/main" val="2102711753"/>
      </p:ext>
    </p:extLst>
  </p:cSld>
  <p:clrMapOvr>
    <a:masterClrMapping/>
  </p:clrMapOvr>
</p:sld>
</file>

<file path=ppt/theme/theme1.xml><?xml version="1.0" encoding="utf-8"?>
<a:theme xmlns:a="http://schemas.openxmlformats.org/drawingml/2006/main" name="Filo">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Filo">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Filo">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docProps/app.xml><?xml version="1.0" encoding="utf-8"?>
<Properties xmlns="http://schemas.openxmlformats.org/officeDocument/2006/extended-properties" xmlns:vt="http://schemas.openxmlformats.org/officeDocument/2006/docPropsVTypes">
  <Template>Wisp</Template>
  <TotalTime>118</TotalTime>
  <Words>159</Words>
  <Application>Microsoft Office PowerPoint</Application>
  <PresentationFormat>Widescreen</PresentationFormat>
  <Paragraphs>18</Paragraphs>
  <Slides>4</Slides>
  <Notes>0</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4</vt:i4>
      </vt:variant>
    </vt:vector>
  </HeadingPairs>
  <TitlesOfParts>
    <vt:vector size="10" baseType="lpstr">
      <vt:lpstr>Arial</vt:lpstr>
      <vt:lpstr>Century Gothic</vt:lpstr>
      <vt:lpstr>Tahoma</vt:lpstr>
      <vt:lpstr>Times New Roman</vt:lpstr>
      <vt:lpstr>Wingdings 3</vt:lpstr>
      <vt:lpstr>Filo</vt:lpstr>
      <vt:lpstr>LuxeIntelligence: Technical Implementation &amp; Data Science Documentation </vt:lpstr>
      <vt:lpstr>Objective &amp; Data Foundation (Data Audit)</vt:lpstr>
      <vt:lpstr>Conversion Funnel Analysis</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LuxeIntelligence: Technical Implementation &amp; Data Science Documentation </dc:title>
  <dc:creator>Avinash, Patnaik</dc:creator>
  <cp:lastModifiedBy>Avinash, Patnaik</cp:lastModifiedBy>
  <cp:revision>9</cp:revision>
  <dcterms:created xsi:type="dcterms:W3CDTF">2026-03-02T18:21:56Z</dcterms:created>
  <dcterms:modified xsi:type="dcterms:W3CDTF">2026-03-02T20:24:55Z</dcterms:modified>
</cp:coreProperties>
</file>